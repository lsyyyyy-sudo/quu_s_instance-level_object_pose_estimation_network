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单目单图 6D 物体位姿估计</a:t>
            </a:r>
          </a:p>
          <a:p>
            <a:r>
              <a:rPr sz="2000" b="0">
                <a:solidFill>
                  <a:srgbClr val="D8E4FF"/>
                </a:solidFill>
                <a:latin typeface="Microsoft YaHei"/>
                <a:ea typeface="Microsoft YaHei"/>
                <a:cs typeface="Microsoft YaHei"/>
              </a:rPr>
              <a:t>目标物体：DJI Osmo Action 4　|　交付物：8 个角点的 2D 投影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从零自建：三维模型生成 → 合成数据渲染 → 网络实现 → 训练 → 真实视频测试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自建数据集上可用（4.12 px / PCK@0.05 96.9%）；目标视频上尚不可用</a:t>
            </a:r>
          </a:p>
        </p:txBody>
      </p:sp>
      <p:pic>
        <p:nvPicPr>
          <p:cNvPr id="5" name="Picture 4" descr="photo_of_the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524090"/>
            <a:ext cx="3840480" cy="3821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任务与交付物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先对齐口径：交付的是 2D 角点，不是 6D 位姿数字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输入：单张 RGB 图像（目标视频 3248×2464）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Microsoft YaHei"/>
                <a:ea typeface="Microsoft YaHei"/>
                <a:cs typeface="Microsoft YaHei"/>
              </a:rPr>
              <a:t>输出：目标物体 3D 包围盒 8 个顶点在图像上的 2D 投影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1E7A3C"/>
                </a:solidFill>
                <a:latin typeface="Microsoft YaHei"/>
                <a:ea typeface="Microsoft YaHei"/>
                <a:cs typeface="Microsoft YaHei"/>
              </a:rPr>
              <a:t>⇒ 网络与损失都不消费相机内参 K —— 本项目不需要标定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为什么用角点做中间表示：直接回归旋转量在图像平面上高度非线性；得到 2D–3D 对应后可用 solvePnP 解位姿，数值上稳定得多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⚠️ 因此评价指标用 2D 角点口径（像素误差 / PCK / 框 IoU），不用 ADD / ADD-S / 5cm5° —— 那些需要内参跑 PnP，会把“角点其实还行”读成“完全失败”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五步流水线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① 三维模型　② 渲染合成数据　③ 角点网络　④ 训练　⑤ 目标视频测试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669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① 4 张官方图 → 三维生成 → BOP 格式模型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　（三轴 99%/102%/101% 对官方尺寸）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② BlenderProc 渲染 → RGB + GT 6D 位姿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③ ResNet18 + FPN 热图解码头，12.0 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　256×256 → 8×64×64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④ 纯合成数据训练（RTX 4090，6.9 步/秒）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⑤ 目标视频测试：GroundingDINO 出框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　→ 网络出 8 角点</a:t>
            </a:r>
          </a:p>
        </p:txBody>
      </p:sp>
      <p:pic>
        <p:nvPicPr>
          <p:cNvPr id="6" name="Picture 5" descr="photo_of_the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852" y="1371600"/>
            <a:ext cx="3216296" cy="3200400"/>
          </a:xfrm>
          <a:prstGeom prst="rect">
            <a:avLst/>
          </a:prstGeom>
        </p:spPr>
      </p:pic>
      <p:pic>
        <p:nvPicPr>
          <p:cNvPr id="7" name="Picture 6" descr="hy_bop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251" y="4526280"/>
            <a:ext cx="9325018" cy="1874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37375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阶段①产出的 DJI Action 4 三维模型（BOP 渲染，多角度 × 多场景）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数据集主线（1/2）：第一版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多个 DJI 随机摆放在盒子里 —— 想到用“同类堆叠”制造遮挡</a:t>
            </a:r>
          </a:p>
        </p:txBody>
      </p:sp>
      <p:pic>
        <p:nvPicPr>
          <p:cNvPr id="5" name="Picture 4" descr="v1_fullframe_fram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13027"/>
            <a:ext cx="6217920" cy="4746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021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绿框 = 目标 bbox_visib；红圈 = 目标 8 角点投影；灰框 = 其他同类实例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55448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规模：25 场景 × 20 帧 = 500 帧 / 5000 实例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GT：物体坐标系下 3D 盒的 8 角点，按 GT 位姿投影到图像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E7A3C"/>
                </a:solidFill>
                <a:latin typeface="Microsoft YaHei"/>
                <a:ea typeface="Microsoft YaHei"/>
                <a:cs typeface="Microsoft YaHei"/>
              </a:rPr>
              <a:t>数据集本身没问题（热图峰与角点 0 格误差）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⚠️ 但埋了一个隐患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画面里每一个物体都是同一款 DJI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（图中灰框全是 DJI）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⇒ 模型无法学“哪个是 DJI”，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　只能学“框里居中的那个”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⇒ 1.4× 裁剪框内 96.2% 含其他同类实例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数据集主线（2/2）：第二版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针对“渲染得太干净”改造 —— 屏幕有画面 + 加异类实例</a:t>
            </a:r>
          </a:p>
        </p:txBody>
      </p:sp>
      <p:pic>
        <p:nvPicPr>
          <p:cNvPr id="5" name="Picture 4" descr="geo7_scene000000_f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1417320"/>
            <a:ext cx="432816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70001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屏幕内容随机：一台显示画面，其余显示菜单界面</a:t>
            </a:r>
          </a:p>
        </p:txBody>
      </p:sp>
      <p:pic>
        <p:nvPicPr>
          <p:cNvPr id="7" name="Picture 6" descr="geo_series_static_cover_with_g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817" y="1417320"/>
            <a:ext cx="4203725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470001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带 GT 3D 框投影；Objaverse 异类道具压在 DJI 上造遮挡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三处改动：① DJI 屏幕上贴一个平面 → 模拟“正在拍摄”（屏幕有画面）　② 加入从 Objaverse 爬下的其它实例 → 外观多样性 + 自然遮挡　③ 随机资产 / 随机屏幕内容 / 随机色温曝光 → 逼模型学几何而非外观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规模：700 帧 / 4200 实例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代价：合成集分数会掉（见“排名反转”），但目标视频上反而更好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模型主线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架构：ResNet18 + FPN 热图解码头 · 12.0 M 参数 · 256×256 → 8×64×64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/>
                <a:gridCol w="4080510"/>
                <a:gridCol w="5829300"/>
              </a:tblGrid>
              <a:tr h="4724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L="54864" marR="54864" marT="18288" marB="18288">
                    <a:solidFill>
                      <a:srgbClr val="2B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</a:t>
                      </a:r>
                    </a:p>
                  </a:txBody>
                  <a:tcPr marL="54864" marR="54864" marT="18288" marB="18288">
                    <a:solidFill>
                      <a:srgbClr val="2B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54864" marR="54864" marT="18288" marB="18288">
                    <a:solidFill>
                      <a:srgbClr val="2B2B33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v1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RGB → ResNet → 热图 → 角点（基线）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自建数据集效果好；目标视频一般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E6 / E7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 ResNet 换成 DINOv2 / 改输入尺寸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没用：DINOv2 反而更差（23.3 vs 14.4 px）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GEO7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沿用同架构，改装好的第二版数据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目标视频优于 v1（IoU 0.799 vs 0.500），但仍不够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MIGEO7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多实例：中心热图 + 角点偏移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合成集 recall 0.83；真实帧上不可靠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GEO8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加几何约束 / 增强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增强是负收益（同 epoch 落后 10~25%）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最关键的一条教训：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前几版都在追“自建数据集上的分数”，但真正的目标是目标视频 —— 优化目标选错了，换 DINOv2 / 调参数自然都没用。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后经老师提示，确认根因是「训练数据与真实场景差别过大」。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效果（1/2）：自建数据集上 —— 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独立 fp32 评测，248 样本 / 1984 角点</a:t>
            </a:r>
          </a:p>
        </p:txBody>
      </p:sp>
      <p:pic>
        <p:nvPicPr>
          <p:cNvPr id="5" name="Picture 4" descr="v1_best4_wors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6160"/>
            <a:ext cx="7589520" cy="393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17336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上排 BEST 4（1.0~1.4 px，visb=1.00）／下排 WORST 4（71.7~141.9 px，visb≈0.25）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7A3C"/>
                </a:solidFill>
                <a:latin typeface="Microsoft YaHei"/>
                <a:ea typeface="Microsoft YaHei"/>
                <a:cs typeface="Microsoft YaHei"/>
              </a:rPr>
              <a:t>mean 4.12 px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median 1.44 px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E7A3C"/>
                </a:solidFill>
                <a:latin typeface="Microsoft YaHei"/>
                <a:ea typeface="Microsoft YaHei"/>
                <a:cs typeface="Microsoft YaHei"/>
              </a:rPr>
              <a:t>PCK@0.05　96.88%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框 IoU　0.961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⚠️ 失败集中在严重遮挡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完全可见样本失败率 0.79%，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严重遮挡样本 45.0%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差距 57 倍 —— 训练集 90% 完全可见，模型没学过外推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效果（2/2）：目标视频上 —— 还不可用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同一批帧，三个模型并排（只留裁剪放大）</a:t>
            </a:r>
          </a:p>
        </p:txBody>
      </p:sp>
      <p:pic>
        <p:nvPicPr>
          <p:cNvPr id="5" name="Picture 4" descr="video_3model_zoom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09" y="1417320"/>
            <a:ext cx="2919062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002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列 = train_v1 / GEO1 / GEO7
行 = 好样本#1 / #2 / 失败样本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0" y="1508760"/>
          <a:ext cx="71323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840"/>
                <a:gridCol w="2872740"/>
                <a:gridCol w="287274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54864" marR="54864" marT="18288" marB="18288">
                    <a:solidFill>
                      <a:srgbClr val="2B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自建数据集</a:t>
                      </a:r>
                    </a:p>
                  </a:txBody>
                  <a:tcPr marL="54864" marR="54864" marT="18288" marB="18288">
                    <a:solidFill>
                      <a:srgbClr val="2B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目标视频 IoU</a:t>
                      </a:r>
                    </a:p>
                  </a:txBody>
                  <a:tcPr marL="54864" marR="54864" marT="18288" marB="18288">
                    <a:solidFill>
                      <a:srgbClr val="2B2B3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train_v1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4.12 px（最好）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0.500（最差）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16.37 px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GEO7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39.21 px（最差）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0.799（最好）</a:t>
                      </a:r>
                    </a:p>
                  </a:txBody>
                  <a:tcPr marL="54864" marR="54864" marT="18288" marB="18288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0" y="3291840"/>
            <a:ext cx="7132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⚠️ 排名完全反转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自建数据集上最烂的 GEO7（差 9.5 倍），在目标视频上最好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⇒ 自建数据集的绝对分数不能作为“能不能用”的判据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原因：v1 的测试集与训练集共享同一套外观统计 → 分数虚高；第二版用随机资产/屏幕/色温，逼模型学几何 → 合成集掉分但真实域更准</a:t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700"/>
              </a:spcAft>
            </a:pPr>
            <a:r>
              <a:rPr sz="135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⚠️ 目标视频目前只有 1~2 帧手工标注 —— 是强信号，不是定论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已知缺陷与根因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06C"/>
                </a:solidFill>
                <a:latin typeface="Microsoft YaHei"/>
                <a:ea typeface="Microsoft YaHei"/>
                <a:cs typeface="Microsoft YaHei"/>
              </a:rPr>
              <a:t>都定位到了具体机制，不是“效果不好”这种模糊描述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① 域差距（最主要）：真实的目标 DJI 屏幕点亮、机身贴有 QR 标签，而我们渲染的是干净模型 → 外观对不上</a:t>
            </a:r>
          </a:p>
          <a:p>
            <a:pPr>
              <a:spcAft>
                <a:spcPts val="13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② 预测的 8 个角点不构成长方体：四条深度棱夹角 72°~90°（合法投影应 &lt;10°）。根因是架构 —— 8 张热图各取各的最大值，损失也是逐角点的，没有任何一项在问“这 8 点合起来像不像盒子”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③ 数据设计：每帧每个物体都是同一款 DJI（v1 每帧 10 个、第二版 6 个），裁剪框 96.2% 含其他同类实例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④ 训练集遮挡不足：90% 实例完全可见 → 严重遮挡处失败率高 57 倍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⑤ 目标视频没有 GT 角点标注 → “有没有变好”无法量化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⑥ 多实例路线：合成集 recall 0.83，但真实帧上框的松紧与位置都不可靠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教训与下一步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教训（自己总结的）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1F6FEB"/>
                </a:solidFill>
                <a:latin typeface="Microsoft YaHei"/>
                <a:ea typeface="Microsoft YaHei"/>
                <a:cs typeface="Microsoft YaHei"/>
              </a:rPr>
              <a:t>· 做好实验记录；开始跑实验之前充分讨论，否则浪费 GPU 资源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1F6FEB"/>
                </a:solidFill>
                <a:latin typeface="Microsoft YaHei"/>
                <a:ea typeface="Microsoft YaHei"/>
                <a:cs typeface="Microsoft YaHei"/>
              </a:rPr>
              <a:t>· 优化目标要选对：真正的目标是目标视频，不是自建数据集上的分数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· 以为“改网络结构/调参数”能解决，实则数据的问题占了主导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下一步（按性价比排序）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1. 渲染时对齐真实外观：屏幕点亮 + 给目标贴标签 —— 唯一直接针对域差距的动作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2. 同一批渲染里改数据设计：每帧 1 个 DJI + 10 个异类道具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3. 给目标视频建 GT（哪怕 8~10 帧），否则无法量化改进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4. 给角点加几何约束（位姿参数化，或 PnP 后处理重投影）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1A1A1E"/>
                </a:solidFill>
                <a:latin typeface="Microsoft YaHei"/>
                <a:ea typeface="Microsoft YaHei"/>
                <a:cs typeface="Microsoft YaHei"/>
              </a:rPr>
              <a:t>5. 用 BoxDreamer 出位姿再重投影我们的 CAD 盒 —— 比自训便宜，值得先试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